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822960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0F3A47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SDG 13: CLIMATE ACTION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971800" y="822960"/>
            <a:ext cx="2194560" cy="347472"/>
          </a:xfrm>
          <a:prstGeom prst="roundRect">
            <a:avLst>
              <a:gd name="adj" fmla="val 21053"/>
            </a:avLst>
          </a:prstGeom>
          <a:solidFill>
            <a:srgbClr val="0F3A47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71800" y="822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SDG 11: RESILIENT CITIES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0" y="8229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F3A47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8229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SDG 6: CLEAN WATER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Flood Early-Warning &amp; Advisory Assistant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0725912" cy="1280160"/>
          </a:xfrm>
          <a:prstGeom prst="rect">
            <a:avLst/>
          </a:prstGeom>
          <a:solidFill>
            <a:srgbClr val="0B2E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0440"/>
            <a:ext cx="10177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conceptual AI early-warning system that combines rainfall intensity with citizen drain-blockage complaint density to generate explainable, ward-level flood risk scores and plain-language advisories in English and Malayalam for urban residents in Kerala.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</a:rPr>
              <a:t>INTERNSHIP PROJECT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1M1B AI + Sustainability Virtual Internship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Cohort: September 2026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4937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</a:rPr>
              <a:t>METHODOLOGY &amp; 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5212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Architecture Planned &amp; Validated via IBM BOB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Rule Engine + Prompt-Based Advisory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4937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94A3B8"/>
                </a:solidFill>
              </a:rPr>
              <a:t>TARGET GEOGRAPHY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0" y="52120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Kerala Urban Wards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</a:rPr>
              <a:t>(Kochi Municipal Corporation)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Hyperlocal Early-Warning Gap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flooding in Kerala affects low-lying wards hours before official district alerts arrive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725912" cy="105156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2024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5C75"/>
                </a:solidFill>
              </a:rPr>
              <a:t>CORE PROBLEM STATEMENT (REQUIRED FORMAT)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176272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might we use AI to combine rainfall intensity and local drainage-complaint data so that urban wards in Kerala can get earlier, more localized flood warnings?"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C75"/>
                </a:solidFill>
              </a:rPr>
              <a:t>WHO IS AFFECTED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6576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Low-lying ward residents: Ground floor homes, street stalls, and shops flood repeatedly during routine monsoons.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Vulnerable citizens: Elderly and marginalized households lacking real-time access to official disaster channels.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Municipal responders: Ward councillors and health inspectors needing granular, street-level risk visibility.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5696" y="306324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WHY PROBLEM PERSISTS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54296" y="36576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Alerts too broad: Official IMD/KSDMA warnings are district-wide; residents ignore them because they lack street specificity.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Siloed civic data: Citizens report clogged drains to municipalities (via K-SMART), but this data is never linked to flood models.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No lead time: Water enters homes before official warnings translate to community action.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9872" y="3063240"/>
            <a:ext cx="33375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3291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</a:rPr>
              <a:t>CURRENT GAPS TODAY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48472" y="365760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No weak-signal fusion: No existing municipal tool combines rainfall forecasts with localized infrastructure bottlenecks.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Technical jargon: Dam water levels and mm metrics confuse citizens; action-oriented advisories are missing.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Ignored dry-day risk: Severe drain blockages go uninspected until torrential rainfall triggers catastrophic overflow.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 Bridging Meteorology &amp; Civic Infrastructure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Fusing open meteorological data with municipal citizen grievance records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333756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74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1. RAINFALL INTENSITY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Real Source: India Meteorological Dept (IMD)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24-hr rainfall forecasts (mm)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5-day district-level outlooks &amp; nowcasts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Flash flood bulletins &amp; CAP RSS feeds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Official API: api.imd.gov.in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Role in JalRakshak: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Primary hazard driver. Identifies incoming water volume across urban catchment basins.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7830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783080"/>
            <a:ext cx="3337560" cy="457200"/>
          </a:xfrm>
          <a:prstGeom prst="rect">
            <a:avLst/>
          </a:prstGeom>
          <a:solidFill>
            <a:srgbClr val="0D5C75"/>
          </a:solidFill>
          <a:ln w="12700">
            <a:solidFill>
              <a:srgbClr val="0D5C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08576" y="1874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2. RIVER / RESERVOIR LEVELS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08576" y="24231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Real Source: Kerala State Disaster Management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Daily reservoir &amp; river level bulletins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% of danger mark (Periyar / Canal gauges)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Early warning river monitoring alerts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Official portal: sdma.kerala.gov.in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Role in JalRakshak: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System saturation signal. High river levels prevent urban stormwater from discharging outward.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9872" y="1783080"/>
            <a:ext cx="3337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19872" y="1783080"/>
            <a:ext cx="333756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8745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3. DRAIN COMPLAINT DENSITY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02752" y="242316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Real Source: K-SMART Municipal Platform (LSGD)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Citizen grievance redressal (launched 2024)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Geo-tagged drain blockage complaints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7-day unresolved complaint counts per ward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Official portal: lsg.kerala.gov.in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Role in JalRakshak: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Weak-signal proxy. Blocked drains mean low drainage capacity — transforming moderate rain into flooding.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10725912" cy="9144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5376672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75569"/>
                </a:solidFill>
              </a:rPr>
              <a:t>PROTOTYPE SIMULATION SCOPE (HONEST ENGINEERING BOUNDARY)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0120" y="559612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For this internship conceptual MVP, live external APIs are intentionally simulated using 4 structured CSV files (wards.csv, rainfall.csv, complaints.csv, river_levels.csv). This isolates and proves the AI scoring and advisory workflow without requiring government credentials.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Workflow Architecture: From Raw Signal to Action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Four-stage pipeline converting disparate inputs into localized citizen advisories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423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STAGE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Weak-Signal Fusion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Ingests 24-hr rainfall forecasts per ward (IMD)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Captures river / reservoir levels vs danger mark (KSDMA)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Aggregates 7-day drain blockage complaints (K-SMART)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Builds localized per-ward data snapshot for risk evaluation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154680" y="3291840"/>
            <a:ext cx="338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284C7"/>
                </a:solidFill>
              </a:rPr>
              <a:t>➔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93008" y="1828800"/>
            <a:ext cx="2423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STAGE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75888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Rule Risk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75888" y="265176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Rain &gt; 100mm: +2 pts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Rain 50-100mm: +1 pt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Complaints &gt; 5: +1 pt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Reservoir &gt; 80%: +1 pt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Classification: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0-1: Low Risk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2-3: Medium Risk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4+: High Risk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Auditable &amp; explainable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16168" y="3291840"/>
            <a:ext cx="338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5C75"/>
                </a:solidFill>
              </a:rPr>
              <a:t>➔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54496" y="1828800"/>
            <a:ext cx="2423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STAGE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37376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Inspection Flag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65176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Detects dry-day risk: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Complaints &gt; 5 AND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Rainfall score == 0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Municipal Review Flag: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Triggers inspection notice before heavy rains hit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Transforms complaints from reactive maintenance to proactive flood prevention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77656" y="3291840"/>
            <a:ext cx="338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7706"/>
                </a:solidFill>
              </a:rPr>
              <a:t>➔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15984" y="1828800"/>
            <a:ext cx="24231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98864" y="2011680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STAGE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98864" y="22402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Advisory Generator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98864" y="2651760"/>
            <a:ext cx="2057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Conversational layer: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Generates plain-language citizen guidance (&lt;60 words)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Dual Language: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English + Malayalam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• Action-Oriented: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Clear timing, roads to avoid, and emergency contact (KSDMA 1070)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31520" y="5349240"/>
            <a:ext cx="10725912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44068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WHY RULE-BASED SCORING + PROMPT-BASED ADVISORY (DUAL ARCHITECTURE)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565099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Public disaster management requires 100% auditability — a black-box neural net cannot be explained during emergency council meetings. We keep the risk scoring strictly rule-based, and reserve the AI / LLM layer for language generation and summarizing unstructured citizen complaints.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Risk Engine &amp; Scoring Rules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Defensible, transparent scoring that links meteorological load to drainage capacity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62179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</a:rPr>
              <a:t>EXACT POINT ALLOCATION RULES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2286000"/>
          <a:ext cx="5760720" cy="237744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64008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Input Signal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Threshold Condition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Points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Mechanism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Rainfall (24h)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100 mm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+2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Torrents exceed pipe conveyance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Rainfall (24h)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50 mm – 100 mm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+1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Sustained moderate storm run-off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Drain Complaints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5 reports (7 days)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5C75"/>
                          </a:solidFill>
                        </a:rPr>
                        <a:t>+1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Active bottlenecks reduce throughput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River / Reservoir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&gt; 80% danger mark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5C75"/>
                          </a:solidFill>
                        </a:rPr>
                        <a:t>+1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Backwater effect prevents discharge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960120" y="484632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</a:rPr>
              <a:t>Key engineering detail: Strict inequality thresholds (&gt;100mm, &gt;5 complaints, &gt;80% reservoir) prevent boundary jitter. Maximum possible risk score is 4 with current weights.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1783080"/>
            <a:ext cx="427939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0664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RISK CLASSIFICATION BANDS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2286000"/>
            <a:ext cx="3822192" cy="1005840"/>
          </a:xfrm>
          <a:prstGeom prst="roundRect">
            <a:avLst>
              <a:gd name="adj" fmla="val 727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89520" y="2377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</a:rPr>
              <a:t>0 – 1 POINTS · LOW RISK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89520" y="2651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532D"/>
                </a:solidFill>
              </a:rPr>
              <a:t>Routine precautions. Drainage network operating within safe margins. Citizen reassurance advisory.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3429000"/>
            <a:ext cx="3822192" cy="100584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89520" y="3520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2 – 3 POINTS · MEDIUM RISK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89520" y="3794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</a:rPr>
              <a:t>Heightened readiness. Localized waterlogging anticipated on low roads. Move vehicles &amp; secure valuables.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406640" y="4572000"/>
            <a:ext cx="3822192" cy="1371600"/>
          </a:xfrm>
          <a:prstGeom prst="roundRect">
            <a:avLst>
              <a:gd name="adj" fmla="val 5333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89520" y="46634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4+ POINTS · HIGH RISK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49377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1D1D"/>
                </a:solidFill>
              </a:rPr>
              <a:t>Immediate action. Severe inundation likely. Avoid low-lying travel after 6 PM. Emergency helpline (KSDMA 1070) broadcast to all registered ward phones.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Demo: Worked Scenarios A &amp; 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outputs from the running JalRakshak Python engine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5166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SCENARIO A: WARD 12 (KALOOR NORTH) — HIGH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Signals: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24-hr Rainfall: 130 mm (&gt;100mm)  ➜  +2 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Drain Complaints (7d): 7 (&gt;5)  ➜  +1 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Reservoir Level: 90% (&gt;80%)  ➜  +1 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Score: 2 + 1 + 1 = 4 ➜ HIGH RISK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474720"/>
            <a:ext cx="4709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661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English Advisory Output: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97280" y="379476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"High flood risk in Ward 12. Heavy rainfall (130 mm in 24 h); 7 unresolved drain complaints in 7 days; Reservoir/river at 90% of danger mark. Avoid travel through low-lying areas after 6 PM. Keep emergency numbers ready (KSDMA Helpline: 1070)."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4754880"/>
            <a:ext cx="47091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46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Malayalam Advisory Output (Local Language):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50749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</a:rPr>
              <a:t>"Ward 12-ൽ കനത്ത വെള്ളപ്പൊക്ക സാധ്യതയുണ്ട്. കനത്ത മഴയും അഴുക്കുചാൽ തടസ്സവും സാധ്യത വർദ്ധിപ്പിക്കുന്നു. താഴ്ന്ന പ്രദേശങ്ങളിലൂടെയുള്ള യാത്ര ഒഴിവാക്കുക. അടിയന്തര സഹായത്തിന് 1070 നമ്പറിൽ ബന്ധപ്പെടുക."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1783080"/>
            <a:ext cx="5166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SCENARIO B: WARD 5 (PANAMPILLY NAGAR) — LOW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Signals: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24-hr Rainfall: 60 mm (50-100mm)  ➜  +1 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Drain Complaints (7d): 2 (&lt;=5)  ➜  +0 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Reservoir Level: 60% (&lt;=80%)  ➜  +0 pts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Score: 1 + 0 + 0 = 1 ➜ LOW 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3474720"/>
            <a:ext cx="470916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5661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English Advisory Output: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3886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"Low flood risk in Ward 5 today. Normal precautions advised."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754880"/>
            <a:ext cx="470916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484632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Malayalam Advisory Output (Local Language):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51663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</a:rPr>
              <a:t>"Ward 5-ൽ ഇന്ന് വെള്ളപ്പൊക്ക ഭീഷണി കുറവാണ്. സാധാരണ മുൻകരുതലുകൾ തുടരുക."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Beyond Prediction: Scenario 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Detecting infrastructure failure before rainfall arrives — transforming complaints to proactive maintenance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10725912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10725912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SCENARIO C: WARD 9 (PONEKKARA) — LOW WEATHER RISK BUT MUNICIPAL INSPECTION FLAGGED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423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</a:rPr>
              <a:t>INPUT SIGNALS &amp; ENGINE EVALUATION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7432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24-hr Rainfall: 40 mm (&lt;50mm)  ➜  +0 pts (dry day signal)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Drain Complaints (7d): 8 reports (&gt;5)  ➜  +1 pt (bottleneck)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• Reservoir Level: 70% (&lt;=80%)  ➜  +0 pts (safe capacity)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Total Score: 0 + 1 + 0 = 1 ➜ Classified as LOW RISK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🚩 INFRASTRUCTURE REVIEW RULE FIRED: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   comp_pts &gt; 0 AND rain_pts == 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   System detects severe civic blockage independent of rainfall!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4434840"/>
            <a:ext cx="4937760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45262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Generated Advisories (Municipal Action + Citizen):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4800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F172A"/>
                </a:solidFill>
              </a:rPr>
              <a:t>EN: "Low rainfall risk, but Ward 9 has 8 unresolved drain complaints — recommend municipal inspection regardless of rainfall."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0F172A"/>
                </a:solidFill>
              </a:rPr>
              <a:t>ML: "മഴ കുറവാണ്, എങ്കിലും Ward 9-ൽ 8 അഴുക്കുചാൽ പരാതികൾ പരിഹരിക്കപ്പെടാതെ കിടക്കുന്നു — അടിയന്തര നഗരസഭാ പരിശോധന ശുപാർശ ചെയ്യുന്നു."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WHY THIS IS A BREAKTHROUGH FOR CITY RESILIENCE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7432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1. Beyond Pure Weather Prediction: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Standard flood apps only trigger alerts when skies open up. JalRakshak identifies the root vulnerability — choked drainage — before the clouds arrive.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2. Proactive Municipal Desilting: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Ward health inspectors receive an automated priority list of drains that must be cleared within 48 hours, turning civic complaints into an engineering defense line.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3. Citizen Accountability Loop: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F172A"/>
                </a:solidFill>
              </a:rPr>
              <a:t>Citizens who submitted complaints see their reports actively monitored as early warning indicators, increasing trust in municipal platforms like K-SMART.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&amp; Validated with IBM BOB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IBM BOB Ask/Plan mode to reason through architecture and stress-test scaling limits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21208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96596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C75"/>
                </a:solidFill>
              </a:rPr>
              <a:t>KEY GAPS IDENTIFIED BY IBM BOB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1. Temporal Misalignment at Scale (6 ➔ 100+ Wards):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BOB flagged that static daily snapshots fail when IMD nowcasts update 3-hourly while complaint logs stream continuously. Recommended asynchronous event-driven queues.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2. Spatial Gauge Granularity: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Current prototype applies city-wide max reservoir level to all wards equally. BOB flagged that inland wards should not inherit coastal/river gauge alerts — mandates spatial basin mapping.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3. Complaint Normalization Bias: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Flat complaint count (&gt;5) penalizes smaller wards and ignores dense wards. BOB recommended per-capita weighting (complaints / 1,000 households).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4. LLM Hallucination Guardrails: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</a:rPr>
              <a:t>BOB warned that LLMs confabulate street names in Kerala. We adopted deterministic templates as primary runtime and added KSDMA Helpline 1070.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5352" y="1783080"/>
            <a:ext cx="5212080" cy="2121408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428232" y="1920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C75"/>
                </a:solidFill>
              </a:rPr>
              <a:t>SCREENSHOT 1: IBM BOB ARCHITECTURE REASONING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28232" y="22860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[ Drop Screenshot of IBM BOB Ask/Plan Mode here 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Shows: Initial prompt reasoning through ward-level risk scoring,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data flow architecture, and weak-signal fusion.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4096512"/>
            <a:ext cx="5212080" cy="2121408"/>
          </a:xfrm>
          <a:prstGeom prst="rect">
            <a:avLst/>
          </a:prstGeom>
          <a:solidFill>
            <a:srgbClr val="F1F5F9"/>
          </a:solidFill>
          <a:ln w="19050">
            <a:solidFill>
              <a:srgbClr val="94A3B8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428232" y="423367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SCREENSHOT 2: IBM BOB GAP ANALYSIS &amp; CRITIQUE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4617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[ Drop Screenshot of IBM BOB Gap Analysis here ]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Shows: BOB flagging scaling risks, unnormalized complaints,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and recommending emergency helpline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MVP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Scope: Prototype vs Production Scaling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engineering boundaries — what is built today versus roadmap for full deployment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107259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· 1M1B AI + Sustainability Virtual Internship (Sep 2026)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783080"/>
            <a:ext cx="5166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IN SCOPE: DELIVERED MVP PROTOTYPE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Explainable Risk Engine: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Rule-based scoring (+2, +1, +1, +1) implemented in clean, testable Python.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Multi-Source Simulated Dataset: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6 Kochi wards with rainfall, river gauges, and 7-day complaint logs.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Dual-Language Advisory Generator: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Deterministic template engine producing English and Malayalam citizen SMS.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Scenario C Infrastructure Detection: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Automated municipal inspection trigger for high-complaint dry days.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100% Automated Test Suite: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Unit test suite (unittest) verifying boundary conditions and spec compliance.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✓ IBM BOB Validation Artifacts: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Comprehensive architecture critique (.bob rules &amp; markdown review).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83080"/>
            <a:ext cx="5166360" cy="4114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874520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OUT OF SCOPE: PRODUCTION SCALING ROADMAP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331720"/>
            <a:ext cx="4709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Live Government API Connections: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Real-time data feeds with IMD Mausam API and KSDMA alert webhooks.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Spatial Hydrological DEM Modeling: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Digital Elevation Models (DEM) mapping slope run-off directly into drains.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Population-Normalized Complaints: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Weighing complaints by ward household density and road network length.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Officer-in-the-Loop Broadcast Portal: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Web dashboard for municipal emergency officers to approve High alerts.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Automated Telephony &amp; Voice SMS: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Twilio / Kerala BSNL cell-broadcast integration for Malayalam voice IVR.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➔ Historical Flood Calibration: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0F172A"/>
                </a:solidFill>
              </a:rPr>
              <a:t>  Calibrating score weights against 2018–2024 historical flood inundation maps.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IMPACT &amp;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Climate-Resilient Urban Communities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JalRakshak delivers direct progress toward the United Nations Sustainable Development Goals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3337560" cy="3474720"/>
          </a:xfrm>
          <a:prstGeom prst="rect">
            <a:avLst/>
          </a:prstGeom>
          <a:solidFill>
            <a:srgbClr val="0B2E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945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PRIMARY SDG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60120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SDG 13: Climate 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Target 13.1 &amp; 13.3: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Strengthen resilience and adaptive capacity to climate-related hazards.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Impact: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Provides localized early warning 3–6 hours before inundation, allowing families in low-lying wards to secure belongings, avoid hazardous roads, and prevent loss of life.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5696" y="2011680"/>
            <a:ext cx="3337560" cy="3474720"/>
          </a:xfrm>
          <a:prstGeom prst="rect">
            <a:avLst/>
          </a:prstGeom>
          <a:solidFill>
            <a:srgbClr val="0B2E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21945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SECONDARY SDG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54296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SDG 11: Resilient Cities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54296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Target 11.5 &amp; 11.B: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Reduce direct disaster losses and strengthen integrated disaster risk management in cities.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Impact: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Shifts municipal drainage maintenance from reactive complaints to predictive flood prevention. Prioritizes ward cleaning before monsoon deluges strike.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9872" y="2011680"/>
            <a:ext cx="3337560" cy="3474720"/>
          </a:xfrm>
          <a:prstGeom prst="rect">
            <a:avLst/>
          </a:prstGeom>
          <a:solidFill>
            <a:srgbClr val="0B2E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2194560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SECONDARY SDG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48472" y="242316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SDG 6: Clean Sanitation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48472" y="2880360"/>
            <a:ext cx="2880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Target 6.3: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Improve water quality by eliminating dumping and minimizing release of pollutants.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Impact: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</a:rPr>
              <a:t>Preventing urban drain stagnation stops blackwater backflow into wells and ground contamination, curbing waterborne disease epidemics like cholera and leptospirosis.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57607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JalRakshak demonstrates how weak civic signals, fused with AI, create life-saving resilience for urban India.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1M1B AI + Sustainability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JalRakshak — AI Flood Early-Warning &amp; Advisory Assistant</dc:title>
  <dc:subject>PptxGenJS Presentation</dc:subject>
  <dc:creator>JalRakshak Team (1M1B Internship)</dc:creator>
  <cp:lastModifiedBy>JalRakshak Team (1M1B Internship)</cp:lastModifiedBy>
  <cp:revision>1</cp:revision>
  <dcterms:created xsi:type="dcterms:W3CDTF">2026-09-07T14:59:30Z</dcterms:created>
  <dcterms:modified xsi:type="dcterms:W3CDTF">2026-09-07T14:59:30Z</dcterms:modified>
</cp:coreProperties>
</file>